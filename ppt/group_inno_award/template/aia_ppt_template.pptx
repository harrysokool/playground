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44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8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B5BE0-8CB1-E247-A12A-51429A1939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93DA94-6D62-D040-97F3-1DFA5A72C6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Email</a:t>
            </a:r>
          </a:p>
          <a:p>
            <a:r>
              <a:rPr lang="en-US" dirty="0"/>
              <a:t>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C3F0DB7-93FA-D243-9648-A59C82E137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F49BF-4968-8D47-AB2D-21AB12177162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1844A6-A542-4643-96E7-3B2146FB59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BF7525C-9C01-724E-9D57-E82EE57D1F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0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6540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Aptos" panose="020B000402020202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81" r:id="rId2"/>
    <p:sldLayoutId id="214748374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F279ED2-CD6A-CFDE-3CAE-324FE2300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DBA74-4F5F-9ECE-364B-98CFC3234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29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DD991-BC94-0A19-6105-3EBD707955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94C57-E0AF-6DBA-4A75-8CC87D357C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7E428-E205-A0E5-ABA6-DC00A319B8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448CE-9665-F274-B4A7-6CEB96693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8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722F566-66DB-80DE-930E-87169A5E3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509BF-51BA-BE58-0E60-791CA608D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858566"/>
      </p:ext>
    </p:extLst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1521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AIA_2020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2026-09-21T01:03:41Z</dcterms:created>
  <dcterms:modified xsi:type="dcterms:W3CDTF">2026-09-23T02:34:05Z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2026-09-21T01:43:46Z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90345cdd-399e-49a9-970c-b0d82dbcf4a1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